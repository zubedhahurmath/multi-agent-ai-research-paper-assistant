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63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E69"/>
    <a:srgbClr val="EC7E32"/>
    <a:srgbClr val="E77E32"/>
    <a:srgbClr val="E77E6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Zubedha Hurmath" userId="6043ec8119a90707" providerId="LiveId" clId="{E001DA61-1906-4E4C-86C9-FD0E4FD9B67A}"/>
    <pc:docChg chg="undo custSel modSld">
      <pc:chgData name="Shaik Zubedha Hurmath" userId="6043ec8119a90707" providerId="LiveId" clId="{E001DA61-1906-4E4C-86C9-FD0E4FD9B67A}" dt="2026-09-17T14:20:31.615" v="104" actId="1076"/>
      <pc:docMkLst>
        <pc:docMk/>
      </pc:docMkLst>
      <pc:sldChg chg="modSp mod">
        <pc:chgData name="Shaik Zubedha Hurmath" userId="6043ec8119a90707" providerId="LiveId" clId="{E001DA61-1906-4E4C-86C9-FD0E4FD9B67A}" dt="2026-09-17T14:20:31.615" v="104" actId="1076"/>
        <pc:sldMkLst>
          <pc:docMk/>
          <pc:sldMk cId="1266449640" sldId="263"/>
        </pc:sldMkLst>
        <pc:spChg chg="mod">
          <ac:chgData name="Shaik Zubedha Hurmath" userId="6043ec8119a90707" providerId="LiveId" clId="{E001DA61-1906-4E4C-86C9-FD0E4FD9B67A}" dt="2026-09-17T14:20:31.615" v="104" actId="1076"/>
          <ac:spMkLst>
            <pc:docMk/>
            <pc:sldMk cId="1266449640" sldId="263"/>
            <ac:spMk id="16" creationId="{A7C05479-C6C4-C560-D44A-39B2327D50DB}"/>
          </ac:spMkLst>
        </pc:spChg>
      </pc:sldChg>
      <pc:sldChg chg="modSp mod">
        <pc:chgData name="Shaik Zubedha Hurmath" userId="6043ec8119a90707" providerId="LiveId" clId="{E001DA61-1906-4E4C-86C9-FD0E4FD9B67A}" dt="2026-09-17T12:27:34.612" v="40" actId="20577"/>
        <pc:sldMkLst>
          <pc:docMk/>
          <pc:sldMk cId="501989967" sldId="264"/>
        </pc:sldMkLst>
        <pc:spChg chg="mod">
          <ac:chgData name="Shaik Zubedha Hurmath" userId="6043ec8119a90707" providerId="LiveId" clId="{E001DA61-1906-4E4C-86C9-FD0E4FD9B67A}" dt="2026-09-17T12:27:34.612" v="40" actId="20577"/>
          <ac:spMkLst>
            <pc:docMk/>
            <pc:sldMk cId="501989967" sldId="264"/>
            <ac:spMk id="12" creationId="{00000000-0000-0000-0000-000000000000}"/>
          </ac:spMkLst>
        </pc:spChg>
      </pc:sldChg>
      <pc:sldChg chg="modSp mod">
        <pc:chgData name="Shaik Zubedha Hurmath" userId="6043ec8119a90707" providerId="LiveId" clId="{E001DA61-1906-4E4C-86C9-FD0E4FD9B67A}" dt="2026-09-17T14:20:02.852" v="102" actId="14100"/>
        <pc:sldMkLst>
          <pc:docMk/>
          <pc:sldMk cId="2826065650" sldId="265"/>
        </pc:sldMkLst>
        <pc:spChg chg="mod">
          <ac:chgData name="Shaik Zubedha Hurmath" userId="6043ec8119a90707" providerId="LiveId" clId="{E001DA61-1906-4E4C-86C9-FD0E4FD9B67A}" dt="2026-09-17T14:20:02.852" v="102" actId="14100"/>
          <ac:spMkLst>
            <pc:docMk/>
            <pc:sldMk cId="2826065650" sldId="265"/>
            <ac:spMk id="20" creationId="{D5AD004C-4C34-5F29-2E3D-AC309B9E68CF}"/>
          </ac:spMkLst>
        </pc:spChg>
      </pc:sldChg>
      <pc:sldChg chg="addSp modSp mod">
        <pc:chgData name="Shaik Zubedha Hurmath" userId="6043ec8119a90707" providerId="LiveId" clId="{E001DA61-1906-4E4C-86C9-FD0E4FD9B67A}" dt="2026-09-17T14:16:50.719" v="84" actId="1076"/>
        <pc:sldMkLst>
          <pc:docMk/>
          <pc:sldMk cId="3876127754" sldId="266"/>
        </pc:sldMkLst>
        <pc:spChg chg="mod">
          <ac:chgData name="Shaik Zubedha Hurmath" userId="6043ec8119a90707" providerId="LiveId" clId="{E001DA61-1906-4E4C-86C9-FD0E4FD9B67A}" dt="2026-09-17T14:16:50.719" v="84" actId="1076"/>
          <ac:spMkLst>
            <pc:docMk/>
            <pc:sldMk cId="3876127754" sldId="266"/>
            <ac:spMk id="20" creationId="{C3C2DEE5-44F1-AC4B-EAC6-41B8DC769D30}"/>
          </ac:spMkLst>
        </pc:spChg>
        <pc:picChg chg="add mod">
          <ac:chgData name="Shaik Zubedha Hurmath" userId="6043ec8119a90707" providerId="LiveId" clId="{E001DA61-1906-4E4C-86C9-FD0E4FD9B67A}" dt="2026-09-17T12:39:24.899" v="52" actId="1076"/>
          <ac:picMkLst>
            <pc:docMk/>
            <pc:sldMk cId="3876127754" sldId="266"/>
            <ac:picMk id="6" creationId="{6B565B83-81DE-3F82-F903-0670A252F5F1}"/>
          </ac:picMkLst>
        </pc:picChg>
      </pc:sldChg>
      <pc:sldChg chg="modSp mod">
        <pc:chgData name="Shaik Zubedha Hurmath" userId="6043ec8119a90707" providerId="LiveId" clId="{E001DA61-1906-4E4C-86C9-FD0E4FD9B67A}" dt="2026-09-17T12:01:37.234" v="0" actId="255"/>
        <pc:sldMkLst>
          <pc:docMk/>
          <pc:sldMk cId="2206479791" sldId="267"/>
        </pc:sldMkLst>
        <pc:spChg chg="mod">
          <ac:chgData name="Shaik Zubedha Hurmath" userId="6043ec8119a90707" providerId="LiveId" clId="{E001DA61-1906-4E4C-86C9-FD0E4FD9B67A}" dt="2026-09-17T12:01:37.234" v="0" actId="255"/>
          <ac:spMkLst>
            <pc:docMk/>
            <pc:sldMk cId="2206479791" sldId="267"/>
            <ac:spMk id="20" creationId="{03A256DB-C41B-7870-387E-7F41B1F4AD26}"/>
          </ac:spMkLst>
        </pc:spChg>
      </pc:sldChg>
      <pc:sldChg chg="modSp mod">
        <pc:chgData name="Shaik Zubedha Hurmath" userId="6043ec8119a90707" providerId="LiveId" clId="{E001DA61-1906-4E4C-86C9-FD0E4FD9B67A}" dt="2026-09-17T12:01:52.372" v="2" actId="255"/>
        <pc:sldMkLst>
          <pc:docMk/>
          <pc:sldMk cId="3421589044" sldId="268"/>
        </pc:sldMkLst>
        <pc:spChg chg="mod">
          <ac:chgData name="Shaik Zubedha Hurmath" userId="6043ec8119a90707" providerId="LiveId" clId="{E001DA61-1906-4E4C-86C9-FD0E4FD9B67A}" dt="2026-09-17T12:01:45.459" v="1" actId="255"/>
          <ac:spMkLst>
            <pc:docMk/>
            <pc:sldMk cId="3421589044" sldId="268"/>
            <ac:spMk id="28" creationId="{2A240BD5-D4D3-7466-C64E-56A9930657C0}"/>
          </ac:spMkLst>
        </pc:spChg>
        <pc:spChg chg="mod">
          <ac:chgData name="Shaik Zubedha Hurmath" userId="6043ec8119a90707" providerId="LiveId" clId="{E001DA61-1906-4E4C-86C9-FD0E4FD9B67A}" dt="2026-09-17T12:01:52.372" v="2" actId="255"/>
          <ac:spMkLst>
            <pc:docMk/>
            <pc:sldMk cId="3421589044" sldId="268"/>
            <ac:spMk id="30" creationId="{F7D5577A-684B-16E0-49E9-0C70E8429A23}"/>
          </ac:spMkLst>
        </pc:spChg>
      </pc:sldChg>
      <pc:sldChg chg="modSp mod">
        <pc:chgData name="Shaik Zubedha Hurmath" userId="6043ec8119a90707" providerId="LiveId" clId="{E001DA61-1906-4E4C-86C9-FD0E4FD9B67A}" dt="2026-09-17T14:17:05.691" v="85" actId="255"/>
        <pc:sldMkLst>
          <pc:docMk/>
          <pc:sldMk cId="1218590561" sldId="269"/>
        </pc:sldMkLst>
        <pc:spChg chg="mod">
          <ac:chgData name="Shaik Zubedha Hurmath" userId="6043ec8119a90707" providerId="LiveId" clId="{E001DA61-1906-4E4C-86C9-FD0E4FD9B67A}" dt="2026-09-17T14:17:05.691" v="85" actId="255"/>
          <ac:spMkLst>
            <pc:docMk/>
            <pc:sldMk cId="1218590561" sldId="269"/>
            <ac:spMk id="20" creationId="{70952BC2-221A-3CF1-ACB3-E7F9754A3F8B}"/>
          </ac:spMkLst>
        </pc:spChg>
      </pc:sldChg>
      <pc:sldChg chg="addSp modSp mod">
        <pc:chgData name="Shaik Zubedha Hurmath" userId="6043ec8119a90707" providerId="LiveId" clId="{E001DA61-1906-4E4C-86C9-FD0E4FD9B67A}" dt="2026-09-17T14:17:23.432" v="86" actId="255"/>
        <pc:sldMkLst>
          <pc:docMk/>
          <pc:sldMk cId="2669012009" sldId="270"/>
        </pc:sldMkLst>
        <pc:spChg chg="mod">
          <ac:chgData name="Shaik Zubedha Hurmath" userId="6043ec8119a90707" providerId="LiveId" clId="{E001DA61-1906-4E4C-86C9-FD0E4FD9B67A}" dt="2026-09-17T14:17:23.432" v="86" actId="255"/>
          <ac:spMkLst>
            <pc:docMk/>
            <pc:sldMk cId="2669012009" sldId="270"/>
            <ac:spMk id="20" creationId="{618B7988-A247-79FA-7A5E-E35E5958EE3A}"/>
          </ac:spMkLst>
        </pc:spChg>
        <pc:picChg chg="add mod">
          <ac:chgData name="Shaik Zubedha Hurmath" userId="6043ec8119a90707" providerId="LiveId" clId="{E001DA61-1906-4E4C-86C9-FD0E4FD9B67A}" dt="2026-09-17T12:13:53.760" v="31" actId="1076"/>
          <ac:picMkLst>
            <pc:docMk/>
            <pc:sldMk cId="2669012009" sldId="270"/>
            <ac:picMk id="6" creationId="{3EBAAA30-CC0A-2BC7-21FD-76106C930A6C}"/>
          </ac:picMkLst>
        </pc:picChg>
      </pc:sldChg>
      <pc:sldChg chg="modSp mod">
        <pc:chgData name="Shaik Zubedha Hurmath" userId="6043ec8119a90707" providerId="LiveId" clId="{E001DA61-1906-4E4C-86C9-FD0E4FD9B67A}" dt="2026-09-17T14:18:06.652" v="88" actId="1076"/>
        <pc:sldMkLst>
          <pc:docMk/>
          <pc:sldMk cId="3981910421" sldId="271"/>
        </pc:sldMkLst>
        <pc:spChg chg="mod">
          <ac:chgData name="Shaik Zubedha Hurmath" userId="6043ec8119a90707" providerId="LiveId" clId="{E001DA61-1906-4E4C-86C9-FD0E4FD9B67A}" dt="2026-09-17T14:18:06.652" v="88" actId="1076"/>
          <ac:spMkLst>
            <pc:docMk/>
            <pc:sldMk cId="3981910421" sldId="271"/>
            <ac:spMk id="18" creationId="{FD532F7D-3818-16D2-9769-9DA132EE2BA8}"/>
          </ac:spMkLst>
        </pc:spChg>
      </pc:sldChg>
      <pc:sldChg chg="modSp mod">
        <pc:chgData name="Shaik Zubedha Hurmath" userId="6043ec8119a90707" providerId="LiveId" clId="{E001DA61-1906-4E4C-86C9-FD0E4FD9B67A}" dt="2026-09-17T14:18:28.824" v="90" actId="14100"/>
        <pc:sldMkLst>
          <pc:docMk/>
          <pc:sldMk cId="3167751405" sldId="272"/>
        </pc:sldMkLst>
        <pc:spChg chg="mod">
          <ac:chgData name="Shaik Zubedha Hurmath" userId="6043ec8119a90707" providerId="LiveId" clId="{E001DA61-1906-4E4C-86C9-FD0E4FD9B67A}" dt="2026-09-17T14:18:28.824" v="90" actId="14100"/>
          <ac:spMkLst>
            <pc:docMk/>
            <pc:sldMk cId="3167751405" sldId="272"/>
            <ac:spMk id="18" creationId="{07630B18-BE3E-5FAB-94BB-3295A8919578}"/>
          </ac:spMkLst>
        </pc:spChg>
      </pc:sldChg>
      <pc:sldChg chg="modSp mod">
        <pc:chgData name="Shaik Zubedha Hurmath" userId="6043ec8119a90707" providerId="LiveId" clId="{E001DA61-1906-4E4C-86C9-FD0E4FD9B67A}" dt="2026-09-17T12:02:39.175" v="11" actId="1035"/>
        <pc:sldMkLst>
          <pc:docMk/>
          <pc:sldMk cId="1753889930" sldId="273"/>
        </pc:sldMkLst>
        <pc:spChg chg="mod">
          <ac:chgData name="Shaik Zubedha Hurmath" userId="6043ec8119a90707" providerId="LiveId" clId="{E001DA61-1906-4E4C-86C9-FD0E4FD9B67A}" dt="2026-09-17T12:02:39.175" v="11" actId="1035"/>
          <ac:spMkLst>
            <pc:docMk/>
            <pc:sldMk cId="1753889930" sldId="273"/>
            <ac:spMk id="5" creationId="{73598CB1-43FE-F616-74FA-6AEE59FA6BF1}"/>
          </ac:spMkLst>
        </pc:spChg>
        <pc:spChg chg="mod">
          <ac:chgData name="Shaik Zubedha Hurmath" userId="6043ec8119a90707" providerId="LiveId" clId="{E001DA61-1906-4E4C-86C9-FD0E4FD9B67A}" dt="2026-09-17T12:02:28.171" v="6" actId="255"/>
          <ac:spMkLst>
            <pc:docMk/>
            <pc:sldMk cId="1753889930" sldId="273"/>
            <ac:spMk id="24" creationId="{06CCA090-6663-D1E3-557E-028C7198F8E8}"/>
          </ac:spMkLst>
        </pc:spChg>
        <pc:spChg chg="mod">
          <ac:chgData name="Shaik Zubedha Hurmath" userId="6043ec8119a90707" providerId="LiveId" clId="{E001DA61-1906-4E4C-86C9-FD0E4FD9B67A}" dt="2026-09-17T12:02:33.742" v="7" actId="255"/>
          <ac:spMkLst>
            <pc:docMk/>
            <pc:sldMk cId="1753889930" sldId="273"/>
            <ac:spMk id="26" creationId="{797BEEEC-6879-B762-9C0A-FB122A043423}"/>
          </ac:spMkLst>
        </pc:spChg>
      </pc:sldChg>
      <pc:sldChg chg="modSp mod">
        <pc:chgData name="Shaik Zubedha Hurmath" userId="6043ec8119a90707" providerId="LiveId" clId="{E001DA61-1906-4E4C-86C9-FD0E4FD9B67A}" dt="2026-09-17T14:18:55.707" v="94" actId="255"/>
        <pc:sldMkLst>
          <pc:docMk/>
          <pc:sldMk cId="16602159" sldId="274"/>
        </pc:sldMkLst>
        <pc:spChg chg="mod">
          <ac:chgData name="Shaik Zubedha Hurmath" userId="6043ec8119a90707" providerId="LiveId" clId="{E001DA61-1906-4E4C-86C9-FD0E4FD9B67A}" dt="2026-09-17T14:18:55.707" v="94" actId="255"/>
          <ac:spMkLst>
            <pc:docMk/>
            <pc:sldMk cId="16602159" sldId="274"/>
            <ac:spMk id="20" creationId="{F85FC1A6-3E69-F718-46A4-F7CE7288BA87}"/>
          </ac:spMkLst>
        </pc:spChg>
      </pc:sldChg>
      <pc:sldChg chg="addSp modSp mod">
        <pc:chgData name="Shaik Zubedha Hurmath" userId="6043ec8119a90707" providerId="LiveId" clId="{E001DA61-1906-4E4C-86C9-FD0E4FD9B67A}" dt="2026-09-17T12:39:59.850" v="54" actId="1076"/>
        <pc:sldMkLst>
          <pc:docMk/>
          <pc:sldMk cId="204099432" sldId="276"/>
        </pc:sldMkLst>
        <pc:spChg chg="mod">
          <ac:chgData name="Shaik Zubedha Hurmath" userId="6043ec8119a90707" providerId="LiveId" clId="{E001DA61-1906-4E4C-86C9-FD0E4FD9B67A}" dt="2026-09-17T12:39:59.850" v="54" actId="1076"/>
          <ac:spMkLst>
            <pc:docMk/>
            <pc:sldMk cId="204099432" sldId="276"/>
            <ac:spMk id="24" creationId="{698A8561-0A11-D3AD-B864-E6E1102732CC}"/>
          </ac:spMkLst>
        </pc:spChg>
        <pc:picChg chg="add mod">
          <ac:chgData name="Shaik Zubedha Hurmath" userId="6043ec8119a90707" providerId="LiveId" clId="{E001DA61-1906-4E4C-86C9-FD0E4FD9B67A}" dt="2026-09-17T12:16:03.450" v="38" actId="14100"/>
          <ac:picMkLst>
            <pc:docMk/>
            <pc:sldMk cId="204099432" sldId="276"/>
            <ac:picMk id="2" creationId="{49C7C541-623D-C998-1D9F-CD7F4BFAD652}"/>
          </ac:picMkLst>
        </pc:picChg>
      </pc:sldChg>
      <pc:sldChg chg="modSp mod">
        <pc:chgData name="Shaik Zubedha Hurmath" userId="6043ec8119a90707" providerId="LiveId" clId="{E001DA61-1906-4E4C-86C9-FD0E4FD9B67A}" dt="2026-09-17T14:19:22.395" v="97" actId="255"/>
        <pc:sldMkLst>
          <pc:docMk/>
          <pc:sldMk cId="877517800" sldId="277"/>
        </pc:sldMkLst>
        <pc:spChg chg="mod">
          <ac:chgData name="Shaik Zubedha Hurmath" userId="6043ec8119a90707" providerId="LiveId" clId="{E001DA61-1906-4E4C-86C9-FD0E4FD9B67A}" dt="2026-09-17T14:19:22.395" v="97" actId="255"/>
          <ac:spMkLst>
            <pc:docMk/>
            <pc:sldMk cId="877517800" sldId="277"/>
            <ac:spMk id="18" creationId="{D07A5DBE-97A0-244B-9CCE-60D48CED71BB}"/>
          </ac:spMkLst>
        </pc:spChg>
      </pc:sldChg>
      <pc:sldChg chg="modSp mod">
        <pc:chgData name="Shaik Zubedha Hurmath" userId="6043ec8119a90707" providerId="LiveId" clId="{E001DA61-1906-4E4C-86C9-FD0E4FD9B67A}" dt="2026-09-17T12:03:35.456" v="20" actId="255"/>
        <pc:sldMkLst>
          <pc:docMk/>
          <pc:sldMk cId="2598163807" sldId="278"/>
        </pc:sldMkLst>
        <pc:spChg chg="mod">
          <ac:chgData name="Shaik Zubedha Hurmath" userId="6043ec8119a90707" providerId="LiveId" clId="{E001DA61-1906-4E4C-86C9-FD0E4FD9B67A}" dt="2026-09-17T12:03:29.790" v="19" actId="255"/>
          <ac:spMkLst>
            <pc:docMk/>
            <pc:sldMk cId="2598163807" sldId="278"/>
            <ac:spMk id="24" creationId="{4FD1A8EB-ACC1-1AB2-D11D-528FB715576F}"/>
          </ac:spMkLst>
        </pc:spChg>
        <pc:spChg chg="mod">
          <ac:chgData name="Shaik Zubedha Hurmath" userId="6043ec8119a90707" providerId="LiveId" clId="{E001DA61-1906-4E4C-86C9-FD0E4FD9B67A}" dt="2026-09-17T12:03:35.456" v="20" actId="255"/>
          <ac:spMkLst>
            <pc:docMk/>
            <pc:sldMk cId="2598163807" sldId="278"/>
            <ac:spMk id="26" creationId="{6CD62AAC-0839-8CEA-68C6-530C1872BCA0}"/>
          </ac:spMkLst>
        </pc:spChg>
      </pc:sldChg>
      <pc:sldChg chg="modSp mod">
        <pc:chgData name="Shaik Zubedha Hurmath" userId="6043ec8119a90707" providerId="LiveId" clId="{E001DA61-1906-4E4C-86C9-FD0E4FD9B67A}" dt="2026-09-17T14:09:45.193" v="65" actId="20577"/>
        <pc:sldMkLst>
          <pc:docMk/>
          <pc:sldMk cId="1322043793" sldId="281"/>
        </pc:sldMkLst>
        <pc:spChg chg="mod">
          <ac:chgData name="Shaik Zubedha Hurmath" userId="6043ec8119a90707" providerId="LiveId" clId="{E001DA61-1906-4E4C-86C9-FD0E4FD9B67A}" dt="2026-09-17T14:09:45.193" v="65" actId="20577"/>
          <ac:spMkLst>
            <pc:docMk/>
            <pc:sldMk cId="1322043793" sldId="28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4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4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5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8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8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7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6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2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57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38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1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95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5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3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99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37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16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534E-BF6C-2CFD-16E9-84EA6172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0B7E-AAA9-C962-786B-78A0B50E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E0A7F-5868-6266-DF6E-1BBFCC07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1051-4A15-4975-B283-5AE4382EA000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573E-23F6-BE97-E5F6-D90496C5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5366-8A91-F195-6550-6C84F49F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0F06A4E2-163B-4ABA-8562-AD05AC3F17C5}" type="slidenum">
              <a:rPr lang="en-IN" smtClean="0"/>
              <a:pPr/>
              <a:t>‹#›</a:t>
            </a:fld>
            <a:r>
              <a:rPr lang="en-IN" dirty="0"/>
              <a:t> 75</a:t>
            </a:r>
          </a:p>
        </p:txBody>
      </p:sp>
    </p:spTree>
    <p:extLst>
      <p:ext uri="{BB962C8B-B14F-4D97-AF65-F5344CB8AC3E}">
        <p14:creationId xmlns:p14="http://schemas.microsoft.com/office/powerpoint/2010/main" val="17875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308-5323-AE5D-6FA7-ED71A6BA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451D-BD97-7FD0-FF0C-A5112C67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E600-3BBF-7179-64F8-7BF67858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9D0-589B-356A-C132-17EC125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78BB-28AC-EA14-DC42-29260E08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9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07D0-82DE-FA4A-EADB-1BEC487A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600A5-5C2C-00C3-916A-DF6214B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F5CE-74CC-CF22-710E-082B7D80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AAD5-EBF3-6851-32E4-D4FBA96C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601-9A03-2F15-2F0A-327D55FF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7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E04-DE19-84EF-6EAD-5E68D54F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FCB-7A4F-B695-D2E9-54090A944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C53CD-6C00-99BA-5BD0-0E766D39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50DD-602A-CC85-5499-22E0FF3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BBE1-B537-7E2E-C2C4-08845C67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4B757-EF27-F899-BAF4-B188117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2E0-9C62-08C2-AB3E-B35BC5C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22F9-75B3-17FE-C283-DD4BECA4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EB91-21C0-BA49-75C9-60FD0E0EF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01927-DF5C-9C56-8562-7016E657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C59F2-F071-5440-8C46-00C73B7D0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61286-08BE-878F-F428-4DDDD6BC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68E0-6F17-B4CD-53C3-DFC16469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C4CBA-01B5-C2C4-5335-B4EB35E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B32-7417-39CF-B839-3EEB29A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A2FE7-36B6-6E9C-5856-38F958DD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1B30-D694-3C06-A324-C1D8999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9968-5814-8F57-EE5C-05F51ABB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44DA-A9F6-ED5C-2118-0A4489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0EC8-C1AB-B577-EA4E-7D2E7D7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9834-7C1C-DD95-00F7-1046CC02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408B-6746-EBBF-A1B8-482E0D5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8A51-0194-E201-F62E-7028F44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F6D2-0007-C8C6-5E66-A73252FA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C60F-EE63-63C0-A3C9-201A1DE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8CB9-B2B4-DD3C-DF42-5FF8C80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CC53-DC75-9AFB-03C5-B065AC50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4FA-37B6-93A5-E0E8-E926B5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05A2-0EA7-C30C-EFFA-E0B14943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7175-07C8-0612-615D-57BF8C074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AA1-2BD7-CB7C-1AA4-34D02985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2950-CA0B-091E-E2BA-A60E75F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AF4-0554-5223-D39A-DA1DC68D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9AE2-374C-4EF3-9532-31D0CE1D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2E305-5684-04F7-337B-C867ECD3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4A89-E93B-DDA0-25FF-C2242EE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2AC-EE20-661D-48EC-09C572C9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A3F4-0238-70CC-420E-0F280FE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1AF6-9AAD-E282-9DDD-E66CF88AD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3A46-D4B7-3837-9A94-A663DE2A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3946-DFAA-48C8-71CA-3B250171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6D7-F25C-47BB-2611-089736A8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11E5-1590-562C-784B-5F2A1B3D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2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6F91-B629-DA42-57EF-31DA782B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ECB1-08ED-AF18-FDF8-8FE7F9F7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7C5D-06B8-2007-9878-FF4B74A5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DC9-EB89-D372-7DE5-F164AC424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2DD-B99B-9C26-E756-4CB70ABD4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A8B0-3C3E-4DAC-946D-F1A2452D5558}" type="datetime1">
              <a:rPr lang="en-IN" smtClean="0">
                <a:solidFill>
                  <a:srgbClr val="E77E69"/>
                </a:solidFill>
              </a:rPr>
              <a:t>18-09-2026</a:t>
            </a:fld>
            <a:endParaRPr lang="en-IN" dirty="0">
              <a:solidFill>
                <a:srgbClr val="E77E6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223842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4698" y="1714110"/>
            <a:ext cx="9825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28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28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2400" dirty="0">
              <a:latin typeface="Times New Roman"/>
              <a:ea typeface="Times New Roman"/>
              <a:cs typeface="Times New Roman"/>
            </a:endParaRP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64925" y="275159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506" y="3102396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AIML-C02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9801" y="4841655"/>
            <a:ext cx="2312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CSM, VVIT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6329" y="4315108"/>
            <a:ext cx="260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538" y="4740237"/>
            <a:ext cx="371358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SK. Zubedha Hurmath  –     23BQ1A61D1</a:t>
            </a:r>
          </a:p>
          <a:p>
            <a:r>
              <a:rPr lang="en-IN" sz="16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R. </a:t>
            </a:r>
            <a:r>
              <a:rPr lang="en-IN" sz="16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Venkateswarlu</a:t>
            </a:r>
            <a:r>
              <a:rPr lang="en-IN" sz="16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        23BQ1A61B7</a:t>
            </a:r>
          </a:p>
          <a:p>
            <a:r>
              <a:rPr lang="en-IN" sz="16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Y. J. Madhava Saikrishna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23BQ1A61F2</a:t>
            </a:r>
          </a:p>
          <a:p>
            <a:r>
              <a:rPr lang="en-IN" sz="16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T. </a:t>
            </a:r>
            <a:r>
              <a:rPr lang="en-IN" sz="16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Geethamrutha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–         23BQ1A61D9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56497" y="4315108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5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CSM @ VVIT</a:t>
            </a:r>
          </a:p>
        </p:txBody>
      </p:sp>
    </p:spTree>
    <p:extLst>
      <p:ext uri="{BB962C8B-B14F-4D97-AF65-F5344CB8AC3E}">
        <p14:creationId xmlns:p14="http://schemas.microsoft.com/office/powerpoint/2010/main" val="5019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271859" y="1070397"/>
            <a:ext cx="119201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630816" y="50055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05479-C6C4-C560-D44A-39B2327D50DB}"/>
              </a:ext>
            </a:extLst>
          </p:cNvPr>
          <p:cNvSpPr txBox="1"/>
          <p:nvPr/>
        </p:nvSpPr>
        <p:spPr>
          <a:xfrm>
            <a:off x="600995" y="1958888"/>
            <a:ext cx="108383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scientific publications makes research-paper analysis difficult and time-consuming.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and students need to read multiple papers to understand existing work.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summaries, references, keywords, methodologies and implementation details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 requires significant effort.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presentations and communicating research findings also requires additional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tools often address individual tasks rather than providing an integrated research-paper workflow.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multi-agent system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papers and generate multiple useful outputs.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Research Paper Assistant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Research Agents</a:t>
            </a:r>
          </a:p>
        </p:txBody>
      </p:sp>
    </p:spTree>
    <p:extLst>
      <p:ext uri="{BB962C8B-B14F-4D97-AF65-F5344CB8AC3E}">
        <p14:creationId xmlns:p14="http://schemas.microsoft.com/office/powerpoint/2010/main" val="12664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AMAR: An Autonomous Multi-Agent Researcher for End-to-End Automated Scientific Literature Review and Draft Generation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Rajasekaran K., Prof. Lavanya Vijayan, Karthik Kashyap K S, Pratham C S, Kiran 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2D573-3F58-105F-CFF5-3ECDC81E7235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BD4E7E-2252-BA19-C313-92D2DE216A73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D004C-4C34-5F29-2E3D-AC309B9E68CF}"/>
              </a:ext>
            </a:extLst>
          </p:cNvPr>
          <p:cNvSpPr txBox="1"/>
          <p:nvPr/>
        </p:nvSpPr>
        <p:spPr>
          <a:xfrm>
            <a:off x="298580" y="1788087"/>
            <a:ext cx="11383347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 is an end-to-end multi-agent system that automates the academic research workflow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discovery to research-draft generation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coordinates multiple specialized AI agents through a central orchestrator.</a:t>
            </a:r>
          </a:p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 uses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Orchestrator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coordinate seven specialized agents: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retrieves relevant research papers.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structured summaries.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research gaps.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experiment code.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experiments in a Docker sandbox.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verifies citations and experimental results.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the final research draft.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Topic → Search → Summarize → Gap Analysis → Code → Experiment → Verify → Draft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demonstrates how complex research activities can be divided among specialized agents.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06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F4862-1E2A-77DB-4101-A35200FC765B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A473F-5BFB-06A2-2CC4-B5EC765CA697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1853B-75F0-FE6D-4D76-7363BB80718B}"/>
              </a:ext>
            </a:extLst>
          </p:cNvPr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AMAR: An Autonomous Multi-Agent Researcher for End-to-End Automated Scientific Literature Review and Draft Generation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Rajasekaran K., Prof. Lavanya Vijayan, Karthik Kashyap K S, Pratham C S, Kiran 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2DEE5-44F1-AC4B-EAC6-41B8DC769D30}"/>
              </a:ext>
            </a:extLst>
          </p:cNvPr>
          <p:cNvSpPr txBox="1"/>
          <p:nvPr/>
        </p:nvSpPr>
        <p:spPr>
          <a:xfrm>
            <a:off x="135928" y="2035360"/>
            <a:ext cx="483461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OpenAlex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CrossRef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</a:p>
          <a:p>
            <a:pPr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2.0 Flash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18 + TypeScript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Knowledge-graph visualization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academic APIs with specialized agents to automate the research workflow.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65B83-81DE-3F82-F903-0670A252F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44" y="1895028"/>
            <a:ext cx="6746032" cy="379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2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1FAC9-C7A2-F373-4476-AEF8BE2E3387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AEC1F-C43A-3C06-ABA4-45231C9351CF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2BF02C-27EE-C165-591B-0E925C2BFA73}"/>
              </a:ext>
            </a:extLst>
          </p:cNvPr>
          <p:cNvSpPr/>
          <p:nvPr/>
        </p:nvSpPr>
        <p:spPr>
          <a:xfrm>
            <a:off x="2082799" y="878719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AMAR: An Autonomous Multi-Agent Researcher for End-to-End Automated Scientific Literature Review and Draft Generation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Rajasekaran K., Prof. Lavanya Vijayan, Karthik Kashyap K S, Pratham C S, Kiran 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A256DB-C41B-7870-387E-7F41B1F4AD26}"/>
              </a:ext>
            </a:extLst>
          </p:cNvPr>
          <p:cNvSpPr txBox="1"/>
          <p:nvPr/>
        </p:nvSpPr>
        <p:spPr>
          <a:xfrm>
            <a:off x="135927" y="1819625"/>
            <a:ext cx="11718615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papers retrieved per topic: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18.4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research gaps identified per topic: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end-to-end latency: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48.3 seconds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syntactically valid code generated by the Developer Agent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91.7%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 execution success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87.3%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citation verification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coherence: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/ 5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coverage: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 / 5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Finding</a:t>
            </a:r>
          </a:p>
          <a:p>
            <a:pPr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 demonstrates that specialized agents can automate major stages of academic research while providing verification and reproducible experiment artifacts.</a:t>
            </a:r>
          </a:p>
        </p:txBody>
      </p:sp>
    </p:spTree>
    <p:extLst>
      <p:ext uri="{BB962C8B-B14F-4D97-AF65-F5344CB8AC3E}">
        <p14:creationId xmlns:p14="http://schemas.microsoft.com/office/powerpoint/2010/main" val="220647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56E24-FDBC-6162-CBCD-50FD5FE3EC19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616CE-7803-4B27-7E7C-99554AC76047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9413EF-0433-A507-E49B-32E011B5E6B5}"/>
              </a:ext>
            </a:extLst>
          </p:cNvPr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AMAR: An Autonomous Multi-Agent Researcher for End-to-End Automated Scientific Literature Review and Draft Generation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Rajasekaran K., Prof. Lavanya Vijayan, Karthik Kashyap K S, Pratham C S, Kiran 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240BD5-D4D3-7466-C64E-56A9930657C0}"/>
              </a:ext>
            </a:extLst>
          </p:cNvPr>
          <p:cNvSpPr txBox="1"/>
          <p:nvPr/>
        </p:nvSpPr>
        <p:spPr>
          <a:xfrm>
            <a:off x="393386" y="2462323"/>
            <a:ext cx="5441307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research workflow automation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 for different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research-gap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and experiment execution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and result verification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research artifacts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D5577A-684B-16E0-49E9-0C70E8429A23}"/>
              </a:ext>
            </a:extLst>
          </p:cNvPr>
          <p:cNvSpPr txBox="1"/>
          <p:nvPr/>
        </p:nvSpPr>
        <p:spPr>
          <a:xfrm>
            <a:off x="6224169" y="2506625"/>
            <a:ext cx="544130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coverage of integrated academic APIs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dependencies may cause failures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domains may still require expert review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workflow can increase processing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 is still required</a:t>
            </a:r>
          </a:p>
        </p:txBody>
      </p:sp>
    </p:spTree>
    <p:extLst>
      <p:ext uri="{BB962C8B-B14F-4D97-AF65-F5344CB8AC3E}">
        <p14:creationId xmlns:p14="http://schemas.microsoft.com/office/powerpoint/2010/main" val="342158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62D9D-327A-AF75-91F1-A1C457619D3B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973F8-A865-6188-A677-FBCDD9CB8888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78E8E0-14E6-922E-E5EA-01A887397A55}"/>
              </a:ext>
            </a:extLst>
          </p:cNvPr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AMAR: An Autonomous Multi-Agent Researcher for End-to-End Automated Scientific Literature Review and Draft Generation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Rajasekaran K., Prof. Lavanya Vijayan, Karthik Kashyap K S, Pratham C S, Kiran 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952BC2-221A-3CF1-ACB3-E7F9754A3F8B}"/>
              </a:ext>
            </a:extLst>
          </p:cNvPr>
          <p:cNvSpPr txBox="1"/>
          <p:nvPr/>
        </p:nvSpPr>
        <p:spPr>
          <a:xfrm>
            <a:off x="292685" y="1933810"/>
            <a:ext cx="1152797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strong foundation for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research tasks can be divided among specialized agents.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 is related to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approach supports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verification inspires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Agent supports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value of automating repetitive research tasks.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Extension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AMAR's broad research workflow, our system focuses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research-paper PDFs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generates multiple outputs such as: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+ References + Presentation + Email + Code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59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4F540-9421-0F74-1E9F-CF65011DB846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BA4A8-6564-9AA2-D897-A15A6359041F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6F296C-3C5F-C9E0-338F-C7F321297040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Ref-02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Laboratory: Using LLM Agents as Research Assistants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Samuel Schmidgall, Yusheng Su, Ze Wang,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Ximeng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Jialian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Xiaodong Yu, Jiang Liu</a:t>
            </a:r>
          </a:p>
          <a:p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B7988-A247-79FA-7A5E-E35E5958EE3A}"/>
              </a:ext>
            </a:extLst>
          </p:cNvPr>
          <p:cNvSpPr txBox="1"/>
          <p:nvPr/>
        </p:nvSpPr>
        <p:spPr>
          <a:xfrm>
            <a:off x="272921" y="1855237"/>
            <a:ext cx="554938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 is an autonomous LLM-based framework designed to assist researchers throughout the research process.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a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human-provided research idea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supports: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→ Experimentation → Report Writing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research outputs including a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report and code repository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Planning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Writing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agents assist the researcher throughout the workflow, with human feedback and guidance.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Report + Code Repository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BAAA30-CC0A-2BC7-21FD-76106C930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709" y="1835575"/>
            <a:ext cx="5823079" cy="417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1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409AD-7510-A5B3-E68E-163023416AA0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BEDD3-CBC0-3FA1-8CB1-262E2B6A15DC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532F7D-3818-16D2-9769-9DA132EE2BA8}"/>
              </a:ext>
            </a:extLst>
          </p:cNvPr>
          <p:cNvSpPr txBox="1"/>
          <p:nvPr/>
        </p:nvSpPr>
        <p:spPr>
          <a:xfrm>
            <a:off x="260028" y="1979041"/>
            <a:ext cx="1159328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Human-provided research idea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planning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writing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report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repository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Architecture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 perform different research tasks.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feedback can be incorporated at different stages.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designed to adapt to different computational resources.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evaluated different state-of-the-art LLM configurations and collected researcher feedback on the generated research outputs.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952B30-0525-27F9-0F01-F23E87C86BEE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Ref-02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Laboratory: Using LLM Agents as Research Assistants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Samuel Schmidgall, Yusheng Su, Ze Wang,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Ximeng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Jialian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Xiaodong Yu, Jiang Liu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8191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10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EF53C-2B6F-8535-3E4B-F5462ADA29E4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0FC8B-096B-5279-004C-788DFF1ECA4B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630B18-BE3E-5FAB-94BB-3295A8919578}"/>
              </a:ext>
            </a:extLst>
          </p:cNvPr>
          <p:cNvSpPr txBox="1"/>
          <p:nvPr/>
        </p:nvSpPr>
        <p:spPr>
          <a:xfrm>
            <a:off x="429208" y="2011572"/>
            <a:ext cx="114567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o1-preview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produced the best research outcomes among the evaluated configurations.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machine-learning code achieved state-of-the-art performance in the reported experiments.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involvement improved the overall quality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research outputs.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reported 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84% reduction in research expenses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with previous autonomous research methods.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Finding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agents can automate repetitive research activities while allowing researchers to focus more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and critical thinking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67CF83-CC9A-74B9-4CF2-81ACAD67290D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Ref-02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Laboratory: Using LLM Agents as Research Assistants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Samuel Schmidgall, Yusheng Su, Ze Wang,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Ximeng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Jialian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Xiaodong Yu, Jiang </a:t>
            </a:r>
            <a:r>
              <a:rPr lang="en-IN" sz="1400" dirty="0"/>
              <a:t>Liu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6775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70179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B236B-017A-7D09-D4A4-54E50035CADA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30C10A-2BF5-0EC5-B90A-90F4261220E9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CCA090-6663-D1E3-557E-028C7198F8E8}"/>
              </a:ext>
            </a:extLst>
          </p:cNvPr>
          <p:cNvSpPr txBox="1"/>
          <p:nvPr/>
        </p:nvSpPr>
        <p:spPr>
          <a:xfrm>
            <a:off x="345440" y="2632285"/>
            <a:ext cx="5489253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complete research 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specialized LLM agents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literature review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experiment and code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research reports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humans involved in the 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repetitive research effort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BEEEC-6879-B762-9C0A-FB122A043423}"/>
              </a:ext>
            </a:extLst>
          </p:cNvPr>
          <p:cNvSpPr txBox="1"/>
          <p:nvPr/>
        </p:nvSpPr>
        <p:spPr>
          <a:xfrm>
            <a:off x="6259202" y="2624577"/>
            <a:ext cx="544130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human feedback for higher-quality research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resources are needed for experimentation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research still requires validation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focuses on the research lifecycle rather than multiple outputs from an uploaded paper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F7B1C9-C265-D007-052C-F17D46583C87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Ref-02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Laboratory: Using LLM Agents as Research Assistants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Samuel Schmidgall, Yusheng Su, Ze Wang,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Ximeng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Jialian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Xiaodong Yu, Jiang Liu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5388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5CBE1-6A22-3426-843B-605EB2129BF8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B7BFC-8881-C4EB-395C-EDB91DBF4D8F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35A2A2-F1C4-6BC0-6F70-13531495484D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Ref-02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Laboratory: Using LLM Agents as Research Assistants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Samuel Schmidgall, Yusheng Su, Ze Wang,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Ximeng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Jialian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Xiaodong Yu, Jiang Liu</a:t>
            </a:r>
          </a:p>
          <a:p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5FC1A6-3E69-F718-46A4-F7CE7288BA87}"/>
              </a:ext>
            </a:extLst>
          </p:cNvPr>
          <p:cNvSpPr txBox="1"/>
          <p:nvPr/>
        </p:nvSpPr>
        <p:spPr>
          <a:xfrm>
            <a:off x="498987" y="2098389"/>
            <a:ext cx="10882602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idea of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agents as research assistants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automation of literature-related research tasks.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use of specialized agents for different research activities.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code-generation capability relates to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Extension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Laboratory: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Idea → Literature Review → Experiments → Research Report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PDF → RAG Retrieval → Manager Agent → Specialized Agents → Multiple Outputs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focuses specifically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research-paper understanding and document-based assistance</a:t>
            </a:r>
            <a:r>
              <a:rPr lang="en-IN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03 –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MA-RAG: Multi-Agent Retrieval-Augmented Generation via Collaborative Chain-of-Thought Reasoning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Nguyen, Peter Chin, Yu-Wing Tai</a:t>
            </a: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C5FD7-CFE3-7F52-805D-439B4E675D3B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5AF8A-33FD-85CF-EC8B-827EA796FD37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5144A0-634C-044A-0605-FDA329A12978}"/>
              </a:ext>
            </a:extLst>
          </p:cNvPr>
          <p:cNvSpPr txBox="1"/>
          <p:nvPr/>
        </p:nvSpPr>
        <p:spPr>
          <a:xfrm>
            <a:off x="181035" y="1871849"/>
            <a:ext cx="1187503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 proposes a multi-agent RAG framework that uses specialized agents to handle complex information-seeking tasks.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decomposes a complex query into smaller steps and performs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retrieval, evidence extraction and answer synthesis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collaboratively.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 uses specialized agents: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Decomposes the user's complex query.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Definer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each step into a specific sub-query.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information from the knowledge source.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Extractor Agent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relevant evidence from retrieved information.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Agent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Synthesizes the final answer.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→ Planner → Step Definer → Retrieval → Extractor → QA → Final Answer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79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-2351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39ABB-9F6B-DD7F-3D7D-04864057507E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11A18-6170-E0BF-C32B-67AE519ED880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8A8561-0A11-D3AD-B864-E6E1102732CC}"/>
              </a:ext>
            </a:extLst>
          </p:cNvPr>
          <p:cNvSpPr txBox="1"/>
          <p:nvPr/>
        </p:nvSpPr>
        <p:spPr>
          <a:xfrm>
            <a:off x="276214" y="1842229"/>
            <a:ext cx="339071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Benchmarks                                                     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Questions (NQ)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TriviaQA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HotpotQA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2WikiMQA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FEVER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8B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70B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GPT-4o-mini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retrieval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chunking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Top-k retrieval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33F142-EEBD-C022-D9E9-728911B29449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03 –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MA-RAG: Multi-Agent Retrieval-Augmented Generation via Collaborative Chain-of-Thought Reasoning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Nguyen, Peter Chin, Yu-Wing Tai</a:t>
            </a:r>
          </a:p>
          <a:p>
            <a:endParaRPr lang="en-IN" sz="1400" dirty="0"/>
          </a:p>
        </p:txBody>
      </p:sp>
      <p:pic>
        <p:nvPicPr>
          <p:cNvPr id="2" name="Picture 1" descr="Beyond Vanilla RAG: The 7 Modern RAG Architectures Every AI Engineer Must Know | by Naresh B A | Medium">
            <a:extLst>
              <a:ext uri="{FF2B5EF4-FFF2-40B4-BE49-F238E27FC236}">
                <a16:creationId xmlns:a16="http://schemas.microsoft.com/office/drawing/2014/main" id="{49C7C541-623D-C998-1D9F-CD7F4BFAD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110" y="1875453"/>
            <a:ext cx="8686800" cy="419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65A4C-3F1A-2093-BF4B-2DBBE9F5C85D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813E2-4F76-3EE9-45FB-4E146FA34565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A5DBE-97A0-244B-9CCE-60D48CED71BB}"/>
              </a:ext>
            </a:extLst>
          </p:cNvPr>
          <p:cNvSpPr txBox="1"/>
          <p:nvPr/>
        </p:nvSpPr>
        <p:spPr>
          <a:xfrm>
            <a:off x="498987" y="2065165"/>
            <a:ext cx="115279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 improved performance over corresponding training-free baselines on complex information-seeking tasks.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 improved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decomposition and evidence extraction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handles information distributed across multiple sources.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demonstrate benefits for multi-hop and ambiguous question answering.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Finding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multi-agent reasoning can improve RAG performance by dividing complex retrieval and reasoning tasks among specialized agents.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D050CB-788C-6ED0-0385-FFA801130922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03 –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MA-RAG: Multi-Agent Retrieval-Augmented Generation via Collaborative Chain-of-Thought Reasoning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Nguyen, Peter Chin, Yu-Wing Tai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7751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4C590-957F-B84B-2CC3-F45ABEDC6B3A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AC68D5-8857-BD3D-D3BE-3B4B525FB082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D1A8EB-ACC1-1AB2-D11D-528FB715576F}"/>
              </a:ext>
            </a:extLst>
          </p:cNvPr>
          <p:cNvSpPr txBox="1"/>
          <p:nvPr/>
        </p:nvSpPr>
        <p:spPr>
          <a:xfrm>
            <a:off x="393386" y="2563892"/>
            <a:ext cx="544130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complex-query decomposition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retrieval and reasoning agents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evidence extraction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irrelevant context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agent invocation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Training-free approach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multi-hop reasoning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D62AAC-0839-8CEA-68C6-530C1872BCA0}"/>
              </a:ext>
            </a:extLst>
          </p:cNvPr>
          <p:cNvSpPr txBox="1"/>
          <p:nvPr/>
        </p:nvSpPr>
        <p:spPr>
          <a:xfrm>
            <a:off x="6259202" y="2563892"/>
            <a:ext cx="544130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coordination increases system complexity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retrieval/reasoning steps can increase computation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models may be required for complex agent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may be smaller for simple single-hop questions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intermediate reasoning across agents can be challenging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F0A5D4-E2F6-9BAE-BE4A-85099A59A453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03 –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MA-RAG: Multi-Agent Retrieval-Augmented Generation via Collaborative Chain-of-Thought Reasoning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Nguyen, Peter Chin, Yu-Wing Tai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9816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59FDC-C40B-454D-FC70-3F3E2C184E65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8CF28-65A5-4758-D911-1AFA22F68EB4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13A7BA-DEE0-925D-DE37-99E6A91CE4A3}"/>
              </a:ext>
            </a:extLst>
          </p:cNvPr>
          <p:cNvSpPr txBox="1"/>
          <p:nvPr/>
        </p:nvSpPr>
        <p:spPr>
          <a:xfrm>
            <a:off x="135927" y="1683506"/>
            <a:ext cx="119201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supports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architecture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concept supports our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mechanism supports searching relevant content from uploaded research papers.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Extractor concept supports extracting evidence from paper sections.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 demonstrate how different tasks can be distributed.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Our Project: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PDF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+ Vector Database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Passage Retrieval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Agent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/ Reference / Presentation / Email / Code Agents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64C4E-C476-13F6-96CA-71FBE749265A}"/>
              </a:ext>
            </a:extLst>
          </p:cNvPr>
          <p:cNvSpPr/>
          <p:nvPr/>
        </p:nvSpPr>
        <p:spPr>
          <a:xfrm>
            <a:off x="2082799" y="862390"/>
            <a:ext cx="100207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03 –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MA-RAG: Multi-Agent Retrieval-Augmented Generation via Collaborative Chain-of-Thought Reasoning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Nguyen, Peter Chin, Yu-Wing Tai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6720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42186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791379"/>
              </p:ext>
            </p:extLst>
          </p:nvPr>
        </p:nvGraphicFramePr>
        <p:xfrm>
          <a:off x="738576" y="1826691"/>
          <a:ext cx="10299539" cy="36519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5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985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85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Schmidgall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agents for research assistance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Automation, coding, report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validation, high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10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Nguyen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RAG for retrieval and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decomposition, evidence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Coordination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10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Rajasekaran et al</a:t>
                      </a:r>
                      <a:r>
                        <a:rPr lang="en-IN" dirty="0"/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multi-agent research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automation,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dependency, human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E04051-36C4-A79E-1701-BC6CD859BD16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0B0A1-4FE5-60E6-9ABB-B4DDB0E16902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08585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18-09-2026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9687" y="2554337"/>
            <a:ext cx="3472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88631-F819-5D90-D048-F158977AAFE8}"/>
              </a:ext>
            </a:extLst>
          </p:cNvPr>
          <p:cNvSpPr txBox="1"/>
          <p:nvPr/>
        </p:nvSpPr>
        <p:spPr>
          <a:xfrm>
            <a:off x="1531467" y="82617"/>
            <a:ext cx="74240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 AI</a:t>
            </a:r>
          </a:p>
          <a:p>
            <a:pPr algn="ctr">
              <a:buNone/>
              <a:defRPr sz="2925" b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it-IT" sz="1600" b="1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PAPER ASSISTANT</a:t>
            </a:r>
            <a:endParaRPr lang="it-IT" sz="1600" dirty="0">
              <a:latin typeface="Times New Roman"/>
              <a:ea typeface="Times New Roman"/>
              <a:cs typeface="Times New Roman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CAF02-537B-EA06-772E-010FD3B5E234}"/>
              </a:ext>
            </a:extLst>
          </p:cNvPr>
          <p:cNvSpPr txBox="1"/>
          <p:nvPr/>
        </p:nvSpPr>
        <p:spPr>
          <a:xfrm>
            <a:off x="8630816" y="40724"/>
            <a:ext cx="34726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</a:t>
            </a:r>
            <a:r>
              <a:rPr lang="en-IN" sz="1200" dirty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K. </a:t>
            </a:r>
            <a:r>
              <a:rPr lang="en-IN" sz="1200" dirty="0" err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Gnanendra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ID:AIML-C02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23BQ1A61D1(TL)  RegdNo:23BQ1A61B7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No:23BQ1A61F2,          RegdNo:23BQ1A61D9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32204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2950</Words>
  <Application>Microsoft Office PowerPoint</Application>
  <PresentationFormat>Widescreen</PresentationFormat>
  <Paragraphs>467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Shaik Zubedha Hurmath</cp:lastModifiedBy>
  <cp:revision>47</cp:revision>
  <dcterms:created xsi:type="dcterms:W3CDTF">2023-07-18T12:47:32Z</dcterms:created>
  <dcterms:modified xsi:type="dcterms:W3CDTF">2026-09-18T05:38:52Z</dcterms:modified>
</cp:coreProperties>
</file>